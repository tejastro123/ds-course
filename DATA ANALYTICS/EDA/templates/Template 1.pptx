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revisionInfo.xml" ContentType="application/vnd.ms-powerpoint.revisioninfo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"/>
  </p:notesMasterIdLst>
  <p:sldIdLst>
    <p:sldId id="256" r:id="rId2"/>
    <p:sldId id="257" r:id="rId3"/>
    <p:sldId id="259" r:id="rId4"/>
    <p:sldId id="258" r:id="rId5"/>
    <p:sldId id="260" r:id="rId6"/>
  </p:sldIdLst>
  <p:sldSz cx="9144000" cy="5143500" type="screen16x9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5050"/>
    <a:srgbClr val="990099"/>
    <a:srgbClr val="FF4370"/>
    <a:srgbClr val="FE9202"/>
    <a:srgbClr val="FFF3E7"/>
    <a:srgbClr val="5EEC3C"/>
    <a:srgbClr val="FFDC47"/>
    <a:srgbClr val="CCCC00"/>
    <a:srgbClr val="FFCC66"/>
    <a:srgbClr val="0070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93" d="100"/>
          <a:sy n="93" d="100"/>
        </p:scale>
        <p:origin x="726" y="66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152705" cy="152705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microsoft.com/office/2015/10/relationships/revisionInfo" Target="revisionInfo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40759B3-20ED-419A-A77D-71AE35F06108}" type="datetimeFigureOut">
              <a:rPr lang="en-US" smtClean="0"/>
              <a:t>20-Apr-21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263AF9A-6E76-4CCC-89CF-B04065708F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216818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7350B06-B074-48FC-8CFD-53D2CD8FB95F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89172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2281425" y="1655520"/>
            <a:ext cx="6260905" cy="1527050"/>
          </a:xfr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>
            <a:normAutofit/>
          </a:bodyPr>
          <a:lstStyle>
            <a:lvl1pPr algn="r"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</a:t>
            </a:r>
            <a:br>
              <a:rPr lang="en-US" dirty="0"/>
            </a:br>
            <a:r>
              <a:rPr lang="en-US" dirty="0"/>
              <a:t>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48964" y="3793390"/>
            <a:ext cx="8093365" cy="610820"/>
          </a:xfrm>
        </p:spPr>
        <p:txBody>
          <a:bodyPr>
            <a:normAutofit/>
          </a:bodyPr>
          <a:lstStyle>
            <a:lvl1pPr marL="0" indent="0" algn="r">
              <a:buNone/>
              <a:defRPr sz="2800" b="0" i="0">
                <a:solidFill>
                  <a:srgbClr val="0070C0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74F12-AA26-4AC8-9962-C36BB8F32554}" type="datetimeFigureOut">
              <a:rPr lang="en-US" smtClean="0"/>
              <a:pPr/>
              <a:t>20-Apr-21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38751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48965" y="281175"/>
            <a:ext cx="8246070" cy="610820"/>
          </a:xfrm>
        </p:spPr>
        <p:txBody>
          <a:bodyPr>
            <a:normAutofit/>
          </a:bodyPr>
          <a:lstStyle>
            <a:lvl1pPr algn="r">
              <a:defRPr sz="3600" baseline="0"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8966" y="1197405"/>
            <a:ext cx="8246070" cy="3512210"/>
          </a:xfrm>
        </p:spPr>
        <p:txBody>
          <a:bodyPr/>
          <a:lstStyle>
            <a:lvl1pPr algn="l">
              <a:defRPr sz="2800">
                <a:solidFill>
                  <a:srgbClr val="002060"/>
                </a:solidFill>
              </a:defRPr>
            </a:lvl1pPr>
            <a:lvl2pPr algn="l">
              <a:defRPr>
                <a:solidFill>
                  <a:srgbClr val="002060"/>
                </a:solidFill>
              </a:defRPr>
            </a:lvl2pPr>
            <a:lvl3pPr algn="l">
              <a:defRPr>
                <a:solidFill>
                  <a:srgbClr val="002060"/>
                </a:solidFill>
              </a:defRPr>
            </a:lvl3pPr>
            <a:lvl4pPr algn="l">
              <a:defRPr>
                <a:solidFill>
                  <a:srgbClr val="002060"/>
                </a:solidFill>
              </a:defRPr>
            </a:lvl4pPr>
            <a:lvl5pPr algn="l">
              <a:defRPr>
                <a:solidFill>
                  <a:srgbClr val="002060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74F12-AA26-4AC8-9962-C36BB8F32554}" type="datetimeFigureOut">
              <a:rPr lang="en-US" smtClean="0"/>
              <a:pPr/>
              <a:t>20-Apr-21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44713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Title and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34130" y="433880"/>
            <a:ext cx="6260905" cy="572644"/>
          </a:xfrm>
        </p:spPr>
        <p:txBody>
          <a:bodyPr>
            <a:normAutofit/>
          </a:bodyPr>
          <a:lstStyle>
            <a:lvl1pPr algn="l">
              <a:defRPr sz="3600">
                <a:solidFill>
                  <a:srgbClr val="0070C0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434130" y="1197406"/>
            <a:ext cx="6260905" cy="3358356"/>
          </a:xfrm>
        </p:spPr>
        <p:txBody>
          <a:bodyPr/>
          <a:lstStyle>
            <a:lvl1pPr>
              <a:defRPr sz="2800">
                <a:solidFill>
                  <a:srgbClr val="002060"/>
                </a:solidFill>
              </a:defRPr>
            </a:lvl1pPr>
            <a:lvl2pPr>
              <a:defRPr>
                <a:solidFill>
                  <a:srgbClr val="002060"/>
                </a:solidFill>
              </a:defRPr>
            </a:lvl2pPr>
            <a:lvl3pPr>
              <a:defRPr>
                <a:solidFill>
                  <a:srgbClr val="002060"/>
                </a:solidFill>
              </a:defRPr>
            </a:lvl3pPr>
            <a:lvl4pPr>
              <a:defRPr>
                <a:solidFill>
                  <a:srgbClr val="002060"/>
                </a:solidFill>
              </a:defRPr>
            </a:lvl4pPr>
            <a:lvl5pPr>
              <a:defRPr>
                <a:solidFill>
                  <a:srgbClr val="002060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74F12-AA26-4AC8-9962-C36BB8F32554}" type="datetimeFigureOut">
              <a:rPr lang="en-US" smtClean="0"/>
              <a:pPr/>
              <a:t>20-Apr-21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93913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74F12-AA26-4AC8-9962-C36BB8F32554}" type="datetimeFigureOut">
              <a:rPr lang="en-US" smtClean="0"/>
              <a:pPr/>
              <a:t>20-Apr-21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34415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74F12-AA26-4AC8-9962-C36BB8F32554}" type="datetimeFigureOut">
              <a:rPr lang="en-US" smtClean="0"/>
              <a:pPr/>
              <a:t>20-Apr-21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67918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48964" y="281175"/>
            <a:ext cx="8246071" cy="610820"/>
          </a:xfrm>
        </p:spPr>
        <p:txBody>
          <a:bodyPr>
            <a:normAutofit/>
          </a:bodyPr>
          <a:lstStyle>
            <a:lvl1pPr algn="r">
              <a:defRPr sz="3600" baseline="0"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6879" y="1655520"/>
            <a:ext cx="4040188" cy="479822"/>
          </a:xfrm>
        </p:spPr>
        <p:txBody>
          <a:bodyPr anchor="b"/>
          <a:lstStyle>
            <a:lvl1pPr marL="0" indent="0" algn="ctr">
              <a:buNone/>
              <a:defRPr sz="2400" b="1">
                <a:solidFill>
                  <a:srgbClr val="002060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36879" y="2266340"/>
            <a:ext cx="4040188" cy="2137871"/>
          </a:xfrm>
        </p:spPr>
        <p:txBody>
          <a:bodyPr/>
          <a:lstStyle>
            <a:lvl1pPr algn="ctr">
              <a:defRPr sz="2400">
                <a:solidFill>
                  <a:srgbClr val="002060"/>
                </a:solidFill>
              </a:defRPr>
            </a:lvl1pPr>
            <a:lvl2pPr algn="ctr">
              <a:defRPr sz="2000">
                <a:solidFill>
                  <a:srgbClr val="002060"/>
                </a:solidFill>
              </a:defRPr>
            </a:lvl2pPr>
            <a:lvl3pPr algn="ctr">
              <a:defRPr sz="1800">
                <a:solidFill>
                  <a:srgbClr val="002060"/>
                </a:solidFill>
              </a:defRPr>
            </a:lvl3pPr>
            <a:lvl4pPr algn="ctr">
              <a:defRPr sz="1600">
                <a:solidFill>
                  <a:srgbClr val="002060"/>
                </a:solidFill>
              </a:defRPr>
            </a:lvl4pPr>
            <a:lvl5pPr algn="ctr">
              <a:defRPr sz="1600">
                <a:solidFill>
                  <a:srgbClr val="002060"/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72000" y="1655520"/>
            <a:ext cx="4041775" cy="479822"/>
          </a:xfrm>
        </p:spPr>
        <p:txBody>
          <a:bodyPr anchor="b"/>
          <a:lstStyle>
            <a:lvl1pPr marL="0" indent="0" algn="ctr">
              <a:buNone/>
              <a:defRPr sz="2400" b="1">
                <a:solidFill>
                  <a:srgbClr val="002060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572000" y="2266340"/>
            <a:ext cx="4041775" cy="2137871"/>
          </a:xfrm>
        </p:spPr>
        <p:txBody>
          <a:bodyPr/>
          <a:lstStyle>
            <a:lvl1pPr algn="ctr">
              <a:defRPr sz="2400">
                <a:solidFill>
                  <a:srgbClr val="002060"/>
                </a:solidFill>
              </a:defRPr>
            </a:lvl1pPr>
            <a:lvl2pPr algn="ctr">
              <a:defRPr sz="2000">
                <a:solidFill>
                  <a:srgbClr val="002060"/>
                </a:solidFill>
              </a:defRPr>
            </a:lvl2pPr>
            <a:lvl3pPr algn="ctr">
              <a:defRPr sz="1800">
                <a:solidFill>
                  <a:srgbClr val="002060"/>
                </a:solidFill>
              </a:defRPr>
            </a:lvl3pPr>
            <a:lvl4pPr algn="ctr">
              <a:defRPr sz="1600">
                <a:solidFill>
                  <a:srgbClr val="002060"/>
                </a:solidFill>
              </a:defRPr>
            </a:lvl4pPr>
            <a:lvl5pPr algn="ctr">
              <a:defRPr sz="1600">
                <a:solidFill>
                  <a:srgbClr val="002060"/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74F12-AA26-4AC8-9962-C36BB8F32554}" type="datetimeFigureOut">
              <a:rPr lang="en-US" smtClean="0"/>
              <a:pPr/>
              <a:t>20-Apr-21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29119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74F12-AA26-4AC8-9962-C36BB8F32554}" type="datetimeFigureOut">
              <a:rPr lang="en-US" smtClean="0"/>
              <a:pPr/>
              <a:t>20-Apr-21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97731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74F12-AA26-4AC8-9962-C36BB8F32554}" type="datetimeFigureOut">
              <a:rPr lang="en-US" smtClean="0"/>
              <a:pPr/>
              <a:t>20-Apr-21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18640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74F12-AA26-4AC8-9962-C36BB8F32554}" type="datetimeFigureOut">
              <a:rPr lang="en-US" smtClean="0"/>
              <a:pPr/>
              <a:t>20-Apr-21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44526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74F12-AA26-4AC8-9962-C36BB8F32554}" type="datetimeFigureOut">
              <a:rPr lang="en-US" smtClean="0"/>
              <a:pPr/>
              <a:t>20-Apr-21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76078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74F12-AA26-4AC8-9962-C36BB8F32554}" type="datetimeFigureOut">
              <a:rPr lang="en-US" smtClean="0"/>
              <a:pPr/>
              <a:t>20-Apr-21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866572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74F12-AA26-4AC8-9962-C36BB8F32554}" type="datetimeFigureOut">
              <a:rPr lang="en-US" smtClean="0"/>
              <a:pPr/>
              <a:t>20-Apr-21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7" name="Picture 6" descr="E:\websites\free-power-point-templates\2012\logos.png">
            <a:extLst>
              <a:ext uri="{FF2B5EF4-FFF2-40B4-BE49-F238E27FC236}">
                <a16:creationId xmlns:a16="http://schemas.microsoft.com/office/drawing/2014/main" xmlns="" id="{C1B04D13-C884-4E4D-85F8-5A1F19D648D8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918306" y="2326213"/>
            <a:ext cx="1463784" cy="52696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936099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jp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4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3074F12-AA26-4AC8-9962-C36BB8F32554}" type="datetimeFigureOut">
              <a:rPr lang="en-US" smtClean="0"/>
              <a:pPr/>
              <a:t>20-Apr-21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xmlns="" id="{0D07D83C-363B-4338-B99E-91525119F2FF}"/>
              </a:ext>
            </a:extLst>
          </p:cNvPr>
          <p:cNvSpPr txBox="1"/>
          <p:nvPr userDrawn="1"/>
        </p:nvSpPr>
        <p:spPr>
          <a:xfrm>
            <a:off x="-9150" y="5213747"/>
            <a:ext cx="838962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>
                <a:solidFill>
                  <a:schemeClr val="bg1">
                    <a:lumMod val="65000"/>
                  </a:schemeClr>
                </a:solidFill>
              </a:rPr>
              <a:t>This presentation uses a free template provided by FPPT.com</a:t>
            </a:r>
          </a:p>
          <a:p>
            <a:r>
              <a:rPr lang="en-US" sz="1400">
                <a:solidFill>
                  <a:schemeClr val="bg1">
                    <a:lumMod val="65000"/>
                  </a:schemeClr>
                </a:solidFill>
              </a:rPr>
              <a:t>www.free-power-point-templates.com</a:t>
            </a:r>
          </a:p>
        </p:txBody>
      </p:sp>
    </p:spTree>
    <p:extLst>
      <p:ext uri="{BB962C8B-B14F-4D97-AF65-F5344CB8AC3E}">
        <p14:creationId xmlns:p14="http://schemas.microsoft.com/office/powerpoint/2010/main" val="19440393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6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/>
              <a:t>Click to edit </a:t>
            </a:r>
            <a:br>
              <a:rPr lang="en-US"/>
            </a:br>
            <a:r>
              <a:rPr lang="en-US"/>
              <a:t>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/>
              <a:t>Click here to edit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392037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/>
              <a:t>Slide Title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Make Effective Presentations</a:t>
            </a:r>
          </a:p>
          <a:p>
            <a:r>
              <a:rPr lang="en-US"/>
              <a:t>Using Awesome Backgrounds</a:t>
            </a:r>
          </a:p>
          <a:p>
            <a:r>
              <a:rPr lang="en-US"/>
              <a:t>Engage your Audience</a:t>
            </a:r>
          </a:p>
          <a:p>
            <a:r>
              <a:rPr lang="en-US"/>
              <a:t>Capture Audience Attention</a:t>
            </a:r>
          </a:p>
          <a:p>
            <a:endParaRPr lang="en-US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0330949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/>
              <a:t>Slide Title</a:t>
            </a: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Make Effective Presentations</a:t>
            </a:r>
          </a:p>
          <a:p>
            <a:r>
              <a:rPr lang="en-US"/>
              <a:t>Using Awesome Backgrounds</a:t>
            </a:r>
          </a:p>
          <a:p>
            <a:r>
              <a:rPr lang="en-US"/>
              <a:t>Engage your Audience</a:t>
            </a:r>
          </a:p>
          <a:p>
            <a:r>
              <a:rPr lang="en-US"/>
              <a:t>Capture Audience Attention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0163387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/>
              <a:t>Slide Title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Product A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/>
              <a:t>Feature 1</a:t>
            </a:r>
          </a:p>
          <a:p>
            <a:r>
              <a:rPr lang="en-US"/>
              <a:t>Feature 2</a:t>
            </a:r>
          </a:p>
          <a:p>
            <a:r>
              <a:rPr lang="en-US"/>
              <a:t>Feature 3</a:t>
            </a:r>
            <a:endParaRPr lang="en-US" dirty="0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/>
              <a:t>Product B</a:t>
            </a:r>
            <a:endParaRPr lang="en-US" dirty="0"/>
          </a:p>
        </p:txBody>
      </p:sp>
      <p:sp>
        <p:nvSpPr>
          <p:cNvPr id="8" name="Content Placeholder 7"/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r>
              <a:rPr lang="en-US"/>
              <a:t>Feature 1</a:t>
            </a:r>
          </a:p>
          <a:p>
            <a:r>
              <a:rPr lang="en-US"/>
              <a:t>Feature 2</a:t>
            </a:r>
          </a:p>
          <a:p>
            <a:r>
              <a:rPr lang="en-US"/>
              <a:t>Feature 3</a:t>
            </a:r>
          </a:p>
        </p:txBody>
      </p:sp>
    </p:spTree>
    <p:extLst>
      <p:ext uri="{BB962C8B-B14F-4D97-AF65-F5344CB8AC3E}">
        <p14:creationId xmlns:p14="http://schemas.microsoft.com/office/powerpoint/2010/main" val="41707837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910069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958</TotalTime>
  <Words>54</Words>
  <Application>Microsoft Office PowerPoint</Application>
  <PresentationFormat>On-screen Show (16:9)</PresentationFormat>
  <Paragraphs>22</Paragraphs>
  <Slides>5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Click to edit  Master title style</vt:lpstr>
      <vt:lpstr>Slide Title</vt:lpstr>
      <vt:lpstr>Slide Title</vt:lpstr>
      <vt:lpstr>Slide Title</vt:lpstr>
      <vt:lpstr>PowerPoint Presentation</vt:lpstr>
    </vt:vector>
  </TitlesOfParts>
  <Company>Microsoft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Julian</dc:creator>
  <cp:lastModifiedBy>Mukesh</cp:lastModifiedBy>
  <cp:revision>135</cp:revision>
  <dcterms:created xsi:type="dcterms:W3CDTF">2013-08-21T19:17:07Z</dcterms:created>
  <dcterms:modified xsi:type="dcterms:W3CDTF">2021-04-20T11:47:34Z</dcterms:modified>
</cp:coreProperties>
</file>